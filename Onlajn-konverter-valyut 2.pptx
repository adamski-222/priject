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1711325"/>
            <a:ext cx="9526905" cy="1635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slide" Target="slide1.xml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5940" rIns="0" bIns="0" rtlCol="0" vert="horz">
            <a:spAutoFit/>
          </a:bodyPr>
          <a:lstStyle/>
          <a:p>
            <a:pPr marL="4298950" marR="5080">
              <a:lnSpc>
                <a:spcPct val="106300"/>
              </a:lnSpc>
              <a:spcBef>
                <a:spcPts val="95"/>
              </a:spcBef>
            </a:pPr>
            <a:r>
              <a:rPr dirty="0" spc="114">
                <a:solidFill>
                  <a:srgbClr val="323F6F"/>
                </a:solidFill>
              </a:rPr>
              <a:t>О=лай=-</a:t>
            </a:r>
            <a:r>
              <a:rPr dirty="0" spc="150">
                <a:solidFill>
                  <a:srgbClr val="323F6F"/>
                </a:solidFill>
              </a:rPr>
              <a:t>к&gt;=вертер </a:t>
            </a:r>
            <a:r>
              <a:rPr dirty="0" spc="370">
                <a:solidFill>
                  <a:srgbClr val="323F6F"/>
                </a:solidFill>
              </a:rPr>
              <a:t>валют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555365"/>
            <a:ext cx="544957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Простое</a:t>
            </a:r>
            <a:r>
              <a:rPr dirty="0" sz="1350" spc="-5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надëшное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решение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конвертации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валют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55">
                <a:solidFill>
                  <a:srgbClr val="323F6F"/>
                </a:solidFill>
                <a:latin typeface="Lucida Sans Unicode"/>
                <a:cs typeface="Lucida Sans Unicode"/>
              </a:rPr>
              <a:t>в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решиме реального</a:t>
            </a:r>
            <a:r>
              <a:rPr dirty="0" sz="1350" spc="-6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времени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1112" y="2362199"/>
            <a:ext cx="140135" cy="14012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81993" y="2336164"/>
            <a:ext cx="76835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323F6F"/>
                </a:solidFill>
                <a:latin typeface="Lucida Sans Unicode"/>
                <a:cs typeface="Lucida Sans Unicode"/>
              </a:rPr>
              <a:t>O</a:t>
            </a:r>
            <a:r>
              <a:rPr dirty="0" sz="1050" spc="-3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">
                <a:solidFill>
                  <a:srgbClr val="323F6F"/>
                </a:solidFill>
                <a:latin typeface="Lucida Sans Unicode"/>
                <a:cs typeface="Lucida Sans Unicode"/>
              </a:rPr>
              <a:t>ПPOЕКТЕ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73621" y="2644775"/>
            <a:ext cx="442976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95">
                <a:solidFill>
                  <a:srgbClr val="323F6F"/>
                </a:solidFill>
              </a:rPr>
              <a:t>Ыîо</a:t>
            </a:r>
            <a:r>
              <a:rPr dirty="0" sz="2700" spc="-254">
                <a:solidFill>
                  <a:srgbClr val="323F6F"/>
                </a:solidFill>
              </a:rPr>
              <a:t> </a:t>
            </a:r>
            <a:r>
              <a:rPr dirty="0" sz="2700" spc="150">
                <a:solidFill>
                  <a:srgbClr val="323F6F"/>
                </a:solidFill>
              </a:rPr>
              <a:t>Mы</a:t>
            </a:r>
            <a:r>
              <a:rPr dirty="0" sz="2700" spc="-250">
                <a:solidFill>
                  <a:srgbClr val="323F6F"/>
                </a:solidFill>
              </a:rPr>
              <a:t> </a:t>
            </a:r>
            <a:r>
              <a:rPr dirty="0" sz="2700" spc="-70">
                <a:solidFill>
                  <a:srgbClr val="323F6F"/>
                </a:solidFill>
              </a:rPr>
              <a:t>П@G™?ΘГΘGM</a:t>
            </a:r>
            <a:endParaRPr sz="2700"/>
          </a:p>
        </p:txBody>
      </p:sp>
      <p:sp>
        <p:nvSpPr>
          <p:cNvPr id="6" name="object 6" descr=""/>
          <p:cNvSpPr txBox="1"/>
          <p:nvPr/>
        </p:nvSpPr>
        <p:spPr>
          <a:xfrm>
            <a:off x="4873621" y="3288665"/>
            <a:ext cx="552767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Простой</a:t>
            </a:r>
            <a:r>
              <a:rPr dirty="0" sz="1350" spc="-7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конвертер</a:t>
            </a:r>
            <a:r>
              <a:rPr dirty="0" sz="1350" spc="-6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валют,</a:t>
            </a:r>
            <a:r>
              <a:rPr dirty="0" sz="1350" spc="-6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написанный</a:t>
            </a:r>
            <a:r>
              <a:rPr dirty="0" sz="1350" spc="-7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на</a:t>
            </a:r>
            <a:r>
              <a:rPr dirty="0" sz="1350" spc="-6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HTML,</a:t>
            </a:r>
            <a:r>
              <a:rPr dirty="0" sz="1350" spc="-6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CSS</a:t>
            </a:r>
            <a:r>
              <a:rPr dirty="0" sz="1350" spc="-7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6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JavaScript. 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Поддершивает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323F6F"/>
                </a:solidFill>
                <a:latin typeface="Lucida Sans Unicode"/>
                <a:cs typeface="Lucida Sans Unicode"/>
              </a:rPr>
              <a:t>4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основные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валюты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323F6F"/>
                </a:solidFill>
                <a:latin typeface="Lucida Sans Unicode"/>
                <a:cs typeface="Lucida Sans Unicode"/>
              </a:rPr>
              <a:t>(USD,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23F6F"/>
                </a:solidFill>
                <a:latin typeface="Lucida Sans Unicode"/>
                <a:cs typeface="Lucida Sans Unicode"/>
              </a:rPr>
              <a:t>EUR,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RUB,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GBP)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323F6F"/>
                </a:solidFill>
                <a:latin typeface="Lucida Sans Unicode"/>
                <a:cs typeface="Lucida Sans Unicode"/>
              </a:rPr>
              <a:t>с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интуитивным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323F6F"/>
                </a:solidFill>
                <a:latin typeface="Lucida Sans Unicode"/>
                <a:cs typeface="Lucida Sans Unicode"/>
              </a:rPr>
              <a:t>интерфейсом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актуальными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курсами.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7" name="object 7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377950"/>
            <a:ext cx="43389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20"/>
              <a:t>Преимущества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1024" y="2276474"/>
            <a:ext cx="5048250" cy="1295400"/>
            <a:chOff x="581024" y="2276474"/>
            <a:chExt cx="5048250" cy="1295400"/>
          </a:xfrm>
        </p:grpSpPr>
        <p:sp>
          <p:nvSpPr>
            <p:cNvPr id="4" name="object 4" descr=""/>
            <p:cNvSpPr/>
            <p:nvPr/>
          </p:nvSpPr>
          <p:spPr>
            <a:xfrm>
              <a:off x="600074" y="2285999"/>
              <a:ext cx="5019675" cy="1276350"/>
            </a:xfrm>
            <a:custGeom>
              <a:avLst/>
              <a:gdLst/>
              <a:ahLst/>
              <a:cxnLst/>
              <a:rect l="l" t="t" r="r" b="b"/>
              <a:pathLst>
                <a:path w="5019675" h="1276350">
                  <a:moveTo>
                    <a:pt x="4972507" y="1276349"/>
                  </a:moveTo>
                  <a:lnTo>
                    <a:pt x="71196" y="1276349"/>
                  </a:lnTo>
                  <a:lnTo>
                    <a:pt x="66241" y="1275922"/>
                  </a:lnTo>
                  <a:lnTo>
                    <a:pt x="29705" y="1262680"/>
                  </a:lnTo>
                  <a:lnTo>
                    <a:pt x="3885" y="1231145"/>
                  </a:lnTo>
                  <a:lnTo>
                    <a:pt x="0" y="1214052"/>
                  </a:lnTo>
                  <a:lnTo>
                    <a:pt x="0" y="12096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72507" y="0"/>
                  </a:lnTo>
                  <a:lnTo>
                    <a:pt x="5007232" y="17129"/>
                  </a:lnTo>
                  <a:lnTo>
                    <a:pt x="5019674" y="47167"/>
                  </a:lnTo>
                  <a:lnTo>
                    <a:pt x="5019674" y="1229182"/>
                  </a:lnTo>
                  <a:lnTo>
                    <a:pt x="5002543" y="1263907"/>
                  </a:lnTo>
                  <a:lnTo>
                    <a:pt x="4975790" y="1276026"/>
                  </a:lnTo>
                  <a:lnTo>
                    <a:pt x="4972507" y="1276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913" y="2276474"/>
              <a:ext cx="5028565" cy="1295400"/>
            </a:xfrm>
            <a:custGeom>
              <a:avLst/>
              <a:gdLst/>
              <a:ahLst/>
              <a:cxnLst/>
              <a:rect l="l" t="t" r="r" b="b"/>
              <a:pathLst>
                <a:path w="5028565" h="1295400">
                  <a:moveTo>
                    <a:pt x="5028311" y="51841"/>
                  </a:moveTo>
                  <a:lnTo>
                    <a:pt x="5026787" y="44284"/>
                  </a:lnTo>
                  <a:lnTo>
                    <a:pt x="5020742" y="29692"/>
                  </a:lnTo>
                  <a:lnTo>
                    <a:pt x="5016411" y="23202"/>
                  </a:lnTo>
                  <a:lnTo>
                    <a:pt x="5011255" y="18059"/>
                  </a:lnTo>
                  <a:lnTo>
                    <a:pt x="5010785" y="17576"/>
                  </a:lnTo>
                  <a:lnTo>
                    <a:pt x="5005159" y="11950"/>
                  </a:lnTo>
                  <a:lnTo>
                    <a:pt x="4998669" y="7620"/>
                  </a:lnTo>
                  <a:lnTo>
                    <a:pt x="4983785" y="1460"/>
                  </a:lnTo>
                  <a:lnTo>
                    <a:pt x="4983594" y="1460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742" y="31572"/>
                  </a:lnTo>
                  <a:lnTo>
                    <a:pt x="5002555" y="37363"/>
                  </a:lnTo>
                  <a:lnTo>
                    <a:pt x="5006302" y="44284"/>
                  </a:lnTo>
                  <a:lnTo>
                    <a:pt x="5008550" y="51841"/>
                  </a:lnTo>
                  <a:lnTo>
                    <a:pt x="5008575" y="52057"/>
                  </a:lnTo>
                  <a:lnTo>
                    <a:pt x="5009299" y="60007"/>
                  </a:lnTo>
                  <a:lnTo>
                    <a:pt x="5009299" y="1235392"/>
                  </a:lnTo>
                  <a:lnTo>
                    <a:pt x="5008550" y="1243571"/>
                  </a:lnTo>
                  <a:lnTo>
                    <a:pt x="5006340" y="1251013"/>
                  </a:lnTo>
                  <a:lnTo>
                    <a:pt x="5002555" y="1258049"/>
                  </a:lnTo>
                  <a:lnTo>
                    <a:pt x="4997742" y="1263840"/>
                  </a:lnTo>
                  <a:lnTo>
                    <a:pt x="4997310" y="1264361"/>
                  </a:lnTo>
                  <a:lnTo>
                    <a:pt x="4990998" y="1269606"/>
                  </a:lnTo>
                  <a:lnTo>
                    <a:pt x="4984064" y="1273352"/>
                  </a:lnTo>
                  <a:lnTo>
                    <a:pt x="4976520" y="1275600"/>
                  </a:lnTo>
                  <a:lnTo>
                    <a:pt x="4968341" y="1276350"/>
                  </a:lnTo>
                  <a:lnTo>
                    <a:pt x="75349" y="1276350"/>
                  </a:lnTo>
                  <a:lnTo>
                    <a:pt x="33007" y="1266736"/>
                  </a:lnTo>
                  <a:lnTo>
                    <a:pt x="1092" y="1234071"/>
                  </a:lnTo>
                  <a:lnTo>
                    <a:pt x="0" y="1229956"/>
                  </a:lnTo>
                  <a:lnTo>
                    <a:pt x="609" y="1234071"/>
                  </a:lnTo>
                  <a:lnTo>
                    <a:pt x="21475" y="1273086"/>
                  </a:lnTo>
                  <a:lnTo>
                    <a:pt x="60490" y="1293952"/>
                  </a:lnTo>
                  <a:lnTo>
                    <a:pt x="75349" y="1295400"/>
                  </a:lnTo>
                  <a:lnTo>
                    <a:pt x="4976304" y="1295400"/>
                  </a:lnTo>
                  <a:lnTo>
                    <a:pt x="4983594" y="1293952"/>
                  </a:lnTo>
                  <a:lnTo>
                    <a:pt x="4983785" y="1293952"/>
                  </a:lnTo>
                  <a:lnTo>
                    <a:pt x="4998669" y="1287792"/>
                  </a:lnTo>
                  <a:lnTo>
                    <a:pt x="5005159" y="1283462"/>
                  </a:lnTo>
                  <a:lnTo>
                    <a:pt x="5010772" y="1277835"/>
                  </a:lnTo>
                  <a:lnTo>
                    <a:pt x="5011255" y="1277353"/>
                  </a:lnTo>
                  <a:lnTo>
                    <a:pt x="5016411" y="1272197"/>
                  </a:lnTo>
                  <a:lnTo>
                    <a:pt x="5020742" y="1265720"/>
                  </a:lnTo>
                  <a:lnTo>
                    <a:pt x="5026838" y="1251013"/>
                  </a:lnTo>
                  <a:lnTo>
                    <a:pt x="5028311" y="1243571"/>
                  </a:lnTo>
                  <a:lnTo>
                    <a:pt x="5028311" y="5184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024" y="2276474"/>
              <a:ext cx="76200" cy="1295400"/>
            </a:xfrm>
            <a:custGeom>
              <a:avLst/>
              <a:gdLst/>
              <a:ahLst/>
              <a:cxnLst/>
              <a:rect l="l" t="t" r="r" b="b"/>
              <a:pathLst>
                <a:path w="76200" h="1295400">
                  <a:moveTo>
                    <a:pt x="76200" y="1295399"/>
                  </a:moveTo>
                  <a:lnTo>
                    <a:pt x="33403" y="1289323"/>
                  </a:lnTo>
                  <a:lnTo>
                    <a:pt x="6075" y="1261996"/>
                  </a:lnTo>
                  <a:lnTo>
                    <a:pt x="0" y="1239332"/>
                  </a:lnTo>
                  <a:lnTo>
                    <a:pt x="0" y="12353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129539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5781674" y="2276474"/>
            <a:ext cx="5048250" cy="1295400"/>
            <a:chOff x="5781674" y="2276474"/>
            <a:chExt cx="5048250" cy="1295400"/>
          </a:xfrm>
        </p:grpSpPr>
        <p:sp>
          <p:nvSpPr>
            <p:cNvPr id="8" name="object 8" descr=""/>
            <p:cNvSpPr/>
            <p:nvPr/>
          </p:nvSpPr>
          <p:spPr>
            <a:xfrm>
              <a:off x="5800724" y="2285999"/>
              <a:ext cx="5019675" cy="1276350"/>
            </a:xfrm>
            <a:custGeom>
              <a:avLst/>
              <a:gdLst/>
              <a:ahLst/>
              <a:cxnLst/>
              <a:rect l="l" t="t" r="r" b="b"/>
              <a:pathLst>
                <a:path w="5019675" h="1276350">
                  <a:moveTo>
                    <a:pt x="4972506" y="1276349"/>
                  </a:moveTo>
                  <a:lnTo>
                    <a:pt x="71196" y="1276349"/>
                  </a:lnTo>
                  <a:lnTo>
                    <a:pt x="66240" y="1275922"/>
                  </a:lnTo>
                  <a:lnTo>
                    <a:pt x="29705" y="1262680"/>
                  </a:lnTo>
                  <a:lnTo>
                    <a:pt x="3885" y="1231145"/>
                  </a:lnTo>
                  <a:lnTo>
                    <a:pt x="0" y="1214052"/>
                  </a:lnTo>
                  <a:lnTo>
                    <a:pt x="0" y="12096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72506" y="0"/>
                  </a:lnTo>
                  <a:lnTo>
                    <a:pt x="5007231" y="17129"/>
                  </a:lnTo>
                  <a:lnTo>
                    <a:pt x="5019673" y="47167"/>
                  </a:lnTo>
                  <a:lnTo>
                    <a:pt x="5019673" y="1229182"/>
                  </a:lnTo>
                  <a:lnTo>
                    <a:pt x="5002545" y="1263907"/>
                  </a:lnTo>
                  <a:lnTo>
                    <a:pt x="4975788" y="1276026"/>
                  </a:lnTo>
                  <a:lnTo>
                    <a:pt x="4972506" y="12763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01563" y="2276474"/>
              <a:ext cx="5028565" cy="1295400"/>
            </a:xfrm>
            <a:custGeom>
              <a:avLst/>
              <a:gdLst/>
              <a:ahLst/>
              <a:cxnLst/>
              <a:rect l="l" t="t" r="r" b="b"/>
              <a:pathLst>
                <a:path w="5028565" h="1295400">
                  <a:moveTo>
                    <a:pt x="5028311" y="51841"/>
                  </a:moveTo>
                  <a:lnTo>
                    <a:pt x="5026787" y="44284"/>
                  </a:lnTo>
                  <a:lnTo>
                    <a:pt x="5020742" y="29692"/>
                  </a:lnTo>
                  <a:lnTo>
                    <a:pt x="5016398" y="23202"/>
                  </a:lnTo>
                  <a:lnTo>
                    <a:pt x="5011255" y="18059"/>
                  </a:lnTo>
                  <a:lnTo>
                    <a:pt x="5010772" y="17576"/>
                  </a:lnTo>
                  <a:lnTo>
                    <a:pt x="5005146" y="11950"/>
                  </a:lnTo>
                  <a:lnTo>
                    <a:pt x="4998656" y="7620"/>
                  </a:lnTo>
                  <a:lnTo>
                    <a:pt x="4983785" y="1460"/>
                  </a:lnTo>
                  <a:lnTo>
                    <a:pt x="4983594" y="1460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742" y="31572"/>
                  </a:lnTo>
                  <a:lnTo>
                    <a:pt x="5002555" y="37363"/>
                  </a:lnTo>
                  <a:lnTo>
                    <a:pt x="5006302" y="44284"/>
                  </a:lnTo>
                  <a:lnTo>
                    <a:pt x="5008550" y="51841"/>
                  </a:lnTo>
                  <a:lnTo>
                    <a:pt x="5008575" y="52057"/>
                  </a:lnTo>
                  <a:lnTo>
                    <a:pt x="5009299" y="60007"/>
                  </a:lnTo>
                  <a:lnTo>
                    <a:pt x="5009299" y="1235392"/>
                  </a:lnTo>
                  <a:lnTo>
                    <a:pt x="5008550" y="1243571"/>
                  </a:lnTo>
                  <a:lnTo>
                    <a:pt x="5006340" y="1251013"/>
                  </a:lnTo>
                  <a:lnTo>
                    <a:pt x="5002555" y="1258049"/>
                  </a:lnTo>
                  <a:lnTo>
                    <a:pt x="4997742" y="1263840"/>
                  </a:lnTo>
                  <a:lnTo>
                    <a:pt x="4997310" y="1264361"/>
                  </a:lnTo>
                  <a:lnTo>
                    <a:pt x="4990998" y="1269606"/>
                  </a:lnTo>
                  <a:lnTo>
                    <a:pt x="4984064" y="1273352"/>
                  </a:lnTo>
                  <a:lnTo>
                    <a:pt x="4976520" y="1275600"/>
                  </a:lnTo>
                  <a:lnTo>
                    <a:pt x="4968341" y="1276350"/>
                  </a:lnTo>
                  <a:lnTo>
                    <a:pt x="75349" y="1276350"/>
                  </a:lnTo>
                  <a:lnTo>
                    <a:pt x="33007" y="1266736"/>
                  </a:lnTo>
                  <a:lnTo>
                    <a:pt x="1092" y="1234071"/>
                  </a:lnTo>
                  <a:lnTo>
                    <a:pt x="0" y="1229956"/>
                  </a:lnTo>
                  <a:lnTo>
                    <a:pt x="609" y="1234071"/>
                  </a:lnTo>
                  <a:lnTo>
                    <a:pt x="21475" y="1273086"/>
                  </a:lnTo>
                  <a:lnTo>
                    <a:pt x="60490" y="1293952"/>
                  </a:lnTo>
                  <a:lnTo>
                    <a:pt x="75349" y="1295400"/>
                  </a:lnTo>
                  <a:lnTo>
                    <a:pt x="4976304" y="1295400"/>
                  </a:lnTo>
                  <a:lnTo>
                    <a:pt x="4983594" y="1293952"/>
                  </a:lnTo>
                  <a:lnTo>
                    <a:pt x="4983785" y="1293952"/>
                  </a:lnTo>
                  <a:lnTo>
                    <a:pt x="4998656" y="1287792"/>
                  </a:lnTo>
                  <a:lnTo>
                    <a:pt x="5005146" y="1283462"/>
                  </a:lnTo>
                  <a:lnTo>
                    <a:pt x="5011255" y="1277353"/>
                  </a:lnTo>
                  <a:lnTo>
                    <a:pt x="5016398" y="1272197"/>
                  </a:lnTo>
                  <a:lnTo>
                    <a:pt x="5020742" y="1265720"/>
                  </a:lnTo>
                  <a:lnTo>
                    <a:pt x="5026825" y="1251013"/>
                  </a:lnTo>
                  <a:lnTo>
                    <a:pt x="5028311" y="1243571"/>
                  </a:lnTo>
                  <a:lnTo>
                    <a:pt x="5028311" y="5184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781674" y="2276474"/>
              <a:ext cx="76200" cy="1295400"/>
            </a:xfrm>
            <a:custGeom>
              <a:avLst/>
              <a:gdLst/>
              <a:ahLst/>
              <a:cxnLst/>
              <a:rect l="l" t="t" r="r" b="b"/>
              <a:pathLst>
                <a:path w="76200" h="1295400">
                  <a:moveTo>
                    <a:pt x="76199" y="1295399"/>
                  </a:moveTo>
                  <a:lnTo>
                    <a:pt x="33403" y="1289323"/>
                  </a:lnTo>
                  <a:lnTo>
                    <a:pt x="6075" y="1261996"/>
                  </a:lnTo>
                  <a:lnTo>
                    <a:pt x="0" y="1239332"/>
                  </a:lnTo>
                  <a:lnTo>
                    <a:pt x="0" y="123539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6" y="0"/>
                  </a:lnTo>
                  <a:lnTo>
                    <a:pt x="76199" y="0"/>
                  </a:lnTo>
                  <a:lnTo>
                    <a:pt x="76199" y="129539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035674" y="2449512"/>
            <a:ext cx="434467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 b="1">
                <a:solidFill>
                  <a:srgbClr val="333F6F"/>
                </a:solidFill>
                <a:latin typeface="Verdana"/>
                <a:cs typeface="Verdana"/>
              </a:rPr>
              <a:t>Бесплатно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Наш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конвертер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333F6F"/>
                </a:solidFill>
                <a:latin typeface="Lucida Sans Unicode"/>
                <a:cs typeface="Lucida Sans Unicode"/>
              </a:rPr>
              <a:t>доступен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33F6F"/>
                </a:solidFill>
                <a:latin typeface="Lucida Sans Unicode"/>
                <a:cs typeface="Lucida Sans Unicode"/>
              </a:rPr>
              <a:t>абсолютно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33F6F"/>
                </a:solidFill>
                <a:latin typeface="Lucida Sans Unicode"/>
                <a:cs typeface="Lucida Sans Unicode"/>
              </a:rPr>
              <a:t>бесплатно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333F6F"/>
                </a:solidFill>
                <a:latin typeface="Lucida Sans Unicode"/>
                <a:cs typeface="Lucida Sans Unicode"/>
              </a:rPr>
              <a:t>для всех</a:t>
            </a:r>
            <a:r>
              <a:rPr dirty="0" sz="1350" spc="-7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пользователей.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81024" y="3743324"/>
            <a:ext cx="5048250" cy="1304925"/>
            <a:chOff x="581024" y="3743324"/>
            <a:chExt cx="5048250" cy="1304925"/>
          </a:xfrm>
        </p:grpSpPr>
        <p:sp>
          <p:nvSpPr>
            <p:cNvPr id="13" name="object 13" descr=""/>
            <p:cNvSpPr/>
            <p:nvPr/>
          </p:nvSpPr>
          <p:spPr>
            <a:xfrm>
              <a:off x="600074" y="3752849"/>
              <a:ext cx="5019675" cy="1285875"/>
            </a:xfrm>
            <a:custGeom>
              <a:avLst/>
              <a:gdLst/>
              <a:ahLst/>
              <a:cxnLst/>
              <a:rect l="l" t="t" r="r" b="b"/>
              <a:pathLst>
                <a:path w="5019675" h="1285875">
                  <a:moveTo>
                    <a:pt x="4972507" y="1285874"/>
                  </a:moveTo>
                  <a:lnTo>
                    <a:pt x="71196" y="1285874"/>
                  </a:lnTo>
                  <a:lnTo>
                    <a:pt x="66241" y="1285447"/>
                  </a:lnTo>
                  <a:lnTo>
                    <a:pt x="29705" y="1272204"/>
                  </a:lnTo>
                  <a:lnTo>
                    <a:pt x="3885" y="1240670"/>
                  </a:lnTo>
                  <a:lnTo>
                    <a:pt x="0" y="1223577"/>
                  </a:lnTo>
                  <a:lnTo>
                    <a:pt x="0" y="121919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400"/>
                  </a:lnTo>
                  <a:lnTo>
                    <a:pt x="71196" y="0"/>
                  </a:lnTo>
                  <a:lnTo>
                    <a:pt x="4972507" y="0"/>
                  </a:lnTo>
                  <a:lnTo>
                    <a:pt x="5007232" y="17129"/>
                  </a:lnTo>
                  <a:lnTo>
                    <a:pt x="5019674" y="47167"/>
                  </a:lnTo>
                  <a:lnTo>
                    <a:pt x="5019674" y="1238706"/>
                  </a:lnTo>
                  <a:lnTo>
                    <a:pt x="5002543" y="1273432"/>
                  </a:lnTo>
                  <a:lnTo>
                    <a:pt x="4975790" y="1285551"/>
                  </a:lnTo>
                  <a:lnTo>
                    <a:pt x="4972507" y="1285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0913" y="3743324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11" y="51841"/>
                  </a:moveTo>
                  <a:lnTo>
                    <a:pt x="5026787" y="44284"/>
                  </a:lnTo>
                  <a:lnTo>
                    <a:pt x="5020742" y="29692"/>
                  </a:lnTo>
                  <a:lnTo>
                    <a:pt x="5016411" y="23202"/>
                  </a:lnTo>
                  <a:lnTo>
                    <a:pt x="5011255" y="18059"/>
                  </a:lnTo>
                  <a:lnTo>
                    <a:pt x="5010785" y="17576"/>
                  </a:lnTo>
                  <a:lnTo>
                    <a:pt x="5005159" y="11950"/>
                  </a:lnTo>
                  <a:lnTo>
                    <a:pt x="4998669" y="7620"/>
                  </a:lnTo>
                  <a:lnTo>
                    <a:pt x="4983785" y="1460"/>
                  </a:lnTo>
                  <a:lnTo>
                    <a:pt x="4983594" y="1460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742" y="31572"/>
                  </a:lnTo>
                  <a:lnTo>
                    <a:pt x="5002555" y="37363"/>
                  </a:lnTo>
                  <a:lnTo>
                    <a:pt x="5006302" y="44284"/>
                  </a:lnTo>
                  <a:lnTo>
                    <a:pt x="5008550" y="51841"/>
                  </a:lnTo>
                  <a:lnTo>
                    <a:pt x="5008575" y="52057"/>
                  </a:lnTo>
                  <a:lnTo>
                    <a:pt x="5009299" y="60007"/>
                  </a:lnTo>
                  <a:lnTo>
                    <a:pt x="5009299" y="1244917"/>
                  </a:lnTo>
                  <a:lnTo>
                    <a:pt x="5008550" y="1253096"/>
                  </a:lnTo>
                  <a:lnTo>
                    <a:pt x="5006340" y="1260538"/>
                  </a:lnTo>
                  <a:lnTo>
                    <a:pt x="5002555" y="1267574"/>
                  </a:lnTo>
                  <a:lnTo>
                    <a:pt x="4997742" y="1273365"/>
                  </a:lnTo>
                  <a:lnTo>
                    <a:pt x="4997310" y="1273886"/>
                  </a:lnTo>
                  <a:lnTo>
                    <a:pt x="4990998" y="1279131"/>
                  </a:lnTo>
                  <a:lnTo>
                    <a:pt x="4984064" y="1282877"/>
                  </a:lnTo>
                  <a:lnTo>
                    <a:pt x="4976520" y="1285125"/>
                  </a:lnTo>
                  <a:lnTo>
                    <a:pt x="4968341" y="1285875"/>
                  </a:lnTo>
                  <a:lnTo>
                    <a:pt x="75349" y="1285875"/>
                  </a:lnTo>
                  <a:lnTo>
                    <a:pt x="33007" y="1276261"/>
                  </a:lnTo>
                  <a:lnTo>
                    <a:pt x="1092" y="1243596"/>
                  </a:lnTo>
                  <a:lnTo>
                    <a:pt x="0" y="1239481"/>
                  </a:lnTo>
                  <a:lnTo>
                    <a:pt x="609" y="1243596"/>
                  </a:lnTo>
                  <a:lnTo>
                    <a:pt x="21475" y="1282611"/>
                  </a:lnTo>
                  <a:lnTo>
                    <a:pt x="60490" y="1303477"/>
                  </a:lnTo>
                  <a:lnTo>
                    <a:pt x="75349" y="1304925"/>
                  </a:lnTo>
                  <a:lnTo>
                    <a:pt x="4976304" y="1304925"/>
                  </a:lnTo>
                  <a:lnTo>
                    <a:pt x="4983594" y="1303477"/>
                  </a:lnTo>
                  <a:lnTo>
                    <a:pt x="4983785" y="1303477"/>
                  </a:lnTo>
                  <a:lnTo>
                    <a:pt x="4998669" y="1297317"/>
                  </a:lnTo>
                  <a:lnTo>
                    <a:pt x="5005159" y="1292987"/>
                  </a:lnTo>
                  <a:lnTo>
                    <a:pt x="5010772" y="1287360"/>
                  </a:lnTo>
                  <a:lnTo>
                    <a:pt x="5011255" y="1286878"/>
                  </a:lnTo>
                  <a:lnTo>
                    <a:pt x="5016411" y="1281722"/>
                  </a:lnTo>
                  <a:lnTo>
                    <a:pt x="5020742" y="1275232"/>
                  </a:lnTo>
                  <a:lnTo>
                    <a:pt x="5026838" y="1260538"/>
                  </a:lnTo>
                  <a:lnTo>
                    <a:pt x="5028311" y="1253096"/>
                  </a:lnTo>
                  <a:lnTo>
                    <a:pt x="5028311" y="5184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81024" y="3743324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1304924"/>
                  </a:moveTo>
                  <a:lnTo>
                    <a:pt x="56067" y="1304924"/>
                  </a:lnTo>
                  <a:lnTo>
                    <a:pt x="52165" y="1304540"/>
                  </a:lnTo>
                  <a:lnTo>
                    <a:pt x="14789" y="1284562"/>
                  </a:lnTo>
                  <a:lnTo>
                    <a:pt x="0" y="1248857"/>
                  </a:lnTo>
                  <a:lnTo>
                    <a:pt x="0" y="124491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1304924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35025" y="2449512"/>
            <a:ext cx="4537710" cy="2379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0" b="1">
                <a:solidFill>
                  <a:srgbClr val="333F6F"/>
                </a:solidFill>
                <a:latin typeface="Verdana"/>
                <a:cs typeface="Verdana"/>
              </a:rPr>
              <a:t>Без</a:t>
            </a:r>
            <a:r>
              <a:rPr dirty="0" sz="1650" spc="-14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95" b="1">
                <a:solidFill>
                  <a:srgbClr val="333F6F"/>
                </a:solidFill>
                <a:latin typeface="Verdana"/>
                <a:cs typeface="Verdana"/>
              </a:rPr>
              <a:t>регистрации</a:t>
            </a:r>
            <a:endParaRPr sz="1650">
              <a:latin typeface="Verdana"/>
              <a:cs typeface="Verdana"/>
            </a:endParaRPr>
          </a:p>
          <a:p>
            <a:pPr marL="12700" marR="927100">
              <a:lnSpc>
                <a:spcPct val="129600"/>
              </a:lnSpc>
              <a:spcBef>
                <a:spcPts val="690"/>
              </a:spcBef>
            </a:pP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Мгновенный</a:t>
            </a:r>
            <a:r>
              <a:rPr dirty="0" sz="1350" spc="-4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333F6F"/>
                </a:solidFill>
                <a:latin typeface="Lucida Sans Unicode"/>
                <a:cs typeface="Lucida Sans Unicode"/>
              </a:rPr>
              <a:t>доступ</a:t>
            </a:r>
            <a:r>
              <a:rPr dirty="0" sz="1350" spc="-4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333F6F"/>
                </a:solidFill>
                <a:latin typeface="Lucida Sans Unicode"/>
                <a:cs typeface="Lucida Sans Unicode"/>
              </a:rPr>
              <a:t>ко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всем</a:t>
            </a:r>
            <a:r>
              <a:rPr dirty="0" sz="1350" spc="-4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333F6F"/>
                </a:solidFill>
                <a:latin typeface="Lucida Sans Unicode"/>
                <a:cs typeface="Lucida Sans Unicode"/>
              </a:rPr>
              <a:t>функциям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333F6F"/>
                </a:solidFill>
                <a:latin typeface="Lucida Sans Unicode"/>
                <a:cs typeface="Lucida Sans Unicode"/>
              </a:rPr>
              <a:t>без </a:t>
            </a:r>
            <a:r>
              <a:rPr dirty="0" sz="1350" spc="-30">
                <a:solidFill>
                  <a:srgbClr val="333F6F"/>
                </a:solidFill>
                <a:latin typeface="Lucida Sans Unicode"/>
                <a:cs typeface="Lucida Sans Unicode"/>
              </a:rPr>
              <a:t>необходимости</a:t>
            </a:r>
            <a:r>
              <a:rPr dirty="0" sz="1350" spc="-3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создавать</a:t>
            </a:r>
            <a:r>
              <a:rPr dirty="0" sz="1350" spc="-3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аккаунт.</a:t>
            </a:r>
            <a:endParaRPr sz="1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50" spc="145" b="1">
                <a:solidFill>
                  <a:srgbClr val="333F6F"/>
                </a:solidFill>
                <a:latin typeface="Verdana"/>
                <a:cs typeface="Verdana"/>
              </a:rPr>
              <a:t>Легко</a:t>
            </a:r>
            <a:r>
              <a:rPr dirty="0" sz="1650" spc="-14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80" b="1">
                <a:solidFill>
                  <a:srgbClr val="333F6F"/>
                </a:solidFill>
                <a:latin typeface="Verdana"/>
                <a:cs typeface="Verdana"/>
              </a:rPr>
              <a:t>развёртывается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0"/>
              </a:spcBef>
            </a:pP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Простая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33F6F"/>
                </a:solidFill>
                <a:latin typeface="Lucida Sans Unicode"/>
                <a:cs typeface="Lucida Sans Unicode"/>
              </a:rPr>
              <a:t>интеграция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быстрая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33F6F"/>
                </a:solidFill>
                <a:latin typeface="Lucida Sans Unicode"/>
                <a:cs typeface="Lucida Sans Unicode"/>
              </a:rPr>
              <a:t>настройка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333F6F"/>
                </a:solidFill>
                <a:latin typeface="Lucida Sans Unicode"/>
                <a:cs typeface="Lucida Sans Unicode"/>
              </a:rPr>
              <a:t>для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вашего проекта.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781674" y="3743324"/>
            <a:ext cx="5048250" cy="1304925"/>
            <a:chOff x="5781674" y="3743324"/>
            <a:chExt cx="5048250" cy="1304925"/>
          </a:xfrm>
        </p:grpSpPr>
        <p:sp>
          <p:nvSpPr>
            <p:cNvPr id="18" name="object 18" descr=""/>
            <p:cNvSpPr/>
            <p:nvPr/>
          </p:nvSpPr>
          <p:spPr>
            <a:xfrm>
              <a:off x="5800724" y="3752849"/>
              <a:ext cx="5019675" cy="1285875"/>
            </a:xfrm>
            <a:custGeom>
              <a:avLst/>
              <a:gdLst/>
              <a:ahLst/>
              <a:cxnLst/>
              <a:rect l="l" t="t" r="r" b="b"/>
              <a:pathLst>
                <a:path w="5019675" h="1285875">
                  <a:moveTo>
                    <a:pt x="4972506" y="1285874"/>
                  </a:moveTo>
                  <a:lnTo>
                    <a:pt x="71196" y="1285874"/>
                  </a:lnTo>
                  <a:lnTo>
                    <a:pt x="66240" y="1285447"/>
                  </a:lnTo>
                  <a:lnTo>
                    <a:pt x="29705" y="1272204"/>
                  </a:lnTo>
                  <a:lnTo>
                    <a:pt x="3885" y="1240670"/>
                  </a:lnTo>
                  <a:lnTo>
                    <a:pt x="0" y="1223577"/>
                  </a:lnTo>
                  <a:lnTo>
                    <a:pt x="0" y="121919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400"/>
                  </a:lnTo>
                  <a:lnTo>
                    <a:pt x="71196" y="0"/>
                  </a:lnTo>
                  <a:lnTo>
                    <a:pt x="4972506" y="0"/>
                  </a:lnTo>
                  <a:lnTo>
                    <a:pt x="5007231" y="17129"/>
                  </a:lnTo>
                  <a:lnTo>
                    <a:pt x="5019673" y="47167"/>
                  </a:lnTo>
                  <a:lnTo>
                    <a:pt x="5019673" y="1238706"/>
                  </a:lnTo>
                  <a:lnTo>
                    <a:pt x="5002545" y="1273432"/>
                  </a:lnTo>
                  <a:lnTo>
                    <a:pt x="4975788" y="1285551"/>
                  </a:lnTo>
                  <a:lnTo>
                    <a:pt x="4972506" y="1285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01563" y="3743324"/>
              <a:ext cx="5028565" cy="1304925"/>
            </a:xfrm>
            <a:custGeom>
              <a:avLst/>
              <a:gdLst/>
              <a:ahLst/>
              <a:cxnLst/>
              <a:rect l="l" t="t" r="r" b="b"/>
              <a:pathLst>
                <a:path w="5028565" h="1304925">
                  <a:moveTo>
                    <a:pt x="5028311" y="51841"/>
                  </a:moveTo>
                  <a:lnTo>
                    <a:pt x="5026787" y="44284"/>
                  </a:lnTo>
                  <a:lnTo>
                    <a:pt x="5020742" y="29692"/>
                  </a:lnTo>
                  <a:lnTo>
                    <a:pt x="5016398" y="23202"/>
                  </a:lnTo>
                  <a:lnTo>
                    <a:pt x="5011255" y="18059"/>
                  </a:lnTo>
                  <a:lnTo>
                    <a:pt x="5010772" y="17576"/>
                  </a:lnTo>
                  <a:lnTo>
                    <a:pt x="5005146" y="11950"/>
                  </a:lnTo>
                  <a:lnTo>
                    <a:pt x="4998656" y="7620"/>
                  </a:lnTo>
                  <a:lnTo>
                    <a:pt x="4983785" y="1460"/>
                  </a:lnTo>
                  <a:lnTo>
                    <a:pt x="4983594" y="1460"/>
                  </a:lnTo>
                  <a:lnTo>
                    <a:pt x="497630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68341" y="19050"/>
                  </a:lnTo>
                  <a:lnTo>
                    <a:pt x="4997742" y="31572"/>
                  </a:lnTo>
                  <a:lnTo>
                    <a:pt x="5002555" y="37363"/>
                  </a:lnTo>
                  <a:lnTo>
                    <a:pt x="5006302" y="44284"/>
                  </a:lnTo>
                  <a:lnTo>
                    <a:pt x="5008550" y="51841"/>
                  </a:lnTo>
                  <a:lnTo>
                    <a:pt x="5008575" y="52057"/>
                  </a:lnTo>
                  <a:lnTo>
                    <a:pt x="5009299" y="60007"/>
                  </a:lnTo>
                  <a:lnTo>
                    <a:pt x="5009299" y="1244917"/>
                  </a:lnTo>
                  <a:lnTo>
                    <a:pt x="5008550" y="1253096"/>
                  </a:lnTo>
                  <a:lnTo>
                    <a:pt x="5006340" y="1260538"/>
                  </a:lnTo>
                  <a:lnTo>
                    <a:pt x="5002555" y="1267574"/>
                  </a:lnTo>
                  <a:lnTo>
                    <a:pt x="4997742" y="1273365"/>
                  </a:lnTo>
                  <a:lnTo>
                    <a:pt x="4997310" y="1273886"/>
                  </a:lnTo>
                  <a:lnTo>
                    <a:pt x="4990998" y="1279131"/>
                  </a:lnTo>
                  <a:lnTo>
                    <a:pt x="4984064" y="1282877"/>
                  </a:lnTo>
                  <a:lnTo>
                    <a:pt x="4976520" y="1285125"/>
                  </a:lnTo>
                  <a:lnTo>
                    <a:pt x="4968341" y="1285875"/>
                  </a:lnTo>
                  <a:lnTo>
                    <a:pt x="75349" y="1285875"/>
                  </a:lnTo>
                  <a:lnTo>
                    <a:pt x="33007" y="1276261"/>
                  </a:lnTo>
                  <a:lnTo>
                    <a:pt x="1092" y="1243596"/>
                  </a:lnTo>
                  <a:lnTo>
                    <a:pt x="0" y="1239481"/>
                  </a:lnTo>
                  <a:lnTo>
                    <a:pt x="609" y="1243596"/>
                  </a:lnTo>
                  <a:lnTo>
                    <a:pt x="21475" y="1282611"/>
                  </a:lnTo>
                  <a:lnTo>
                    <a:pt x="60490" y="1303477"/>
                  </a:lnTo>
                  <a:lnTo>
                    <a:pt x="75349" y="1304925"/>
                  </a:lnTo>
                  <a:lnTo>
                    <a:pt x="4976304" y="1304925"/>
                  </a:lnTo>
                  <a:lnTo>
                    <a:pt x="4983594" y="1303477"/>
                  </a:lnTo>
                  <a:lnTo>
                    <a:pt x="4983785" y="1303477"/>
                  </a:lnTo>
                  <a:lnTo>
                    <a:pt x="4998656" y="1297317"/>
                  </a:lnTo>
                  <a:lnTo>
                    <a:pt x="5005146" y="1292987"/>
                  </a:lnTo>
                  <a:lnTo>
                    <a:pt x="5011255" y="1286878"/>
                  </a:lnTo>
                  <a:lnTo>
                    <a:pt x="5016398" y="1281722"/>
                  </a:lnTo>
                  <a:lnTo>
                    <a:pt x="5020742" y="1275232"/>
                  </a:lnTo>
                  <a:lnTo>
                    <a:pt x="5026825" y="1260538"/>
                  </a:lnTo>
                  <a:lnTo>
                    <a:pt x="5028311" y="1253096"/>
                  </a:lnTo>
                  <a:lnTo>
                    <a:pt x="5028311" y="51841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781674" y="3743324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199" y="1304924"/>
                  </a:moveTo>
                  <a:lnTo>
                    <a:pt x="56066" y="1304924"/>
                  </a:lnTo>
                  <a:lnTo>
                    <a:pt x="52164" y="1304540"/>
                  </a:lnTo>
                  <a:lnTo>
                    <a:pt x="14789" y="1284562"/>
                  </a:lnTo>
                  <a:lnTo>
                    <a:pt x="0" y="1248857"/>
                  </a:lnTo>
                  <a:lnTo>
                    <a:pt x="0" y="1244917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6" y="0"/>
                  </a:lnTo>
                  <a:lnTo>
                    <a:pt x="76199" y="0"/>
                  </a:lnTo>
                  <a:lnTo>
                    <a:pt x="76199" y="1304924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035674" y="3916362"/>
            <a:ext cx="3878579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0" b="1">
                <a:solidFill>
                  <a:srgbClr val="333F6F"/>
                </a:solidFill>
                <a:latin typeface="Verdana"/>
                <a:cs typeface="Verdana"/>
              </a:rPr>
              <a:t>Работает</a:t>
            </a:r>
            <a:r>
              <a:rPr dirty="0" sz="1650" spc="-15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80" b="1">
                <a:solidFill>
                  <a:srgbClr val="333F6F"/>
                </a:solidFill>
                <a:latin typeface="Verdana"/>
                <a:cs typeface="Verdana"/>
              </a:rPr>
              <a:t>везде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dirty="0" sz="1350" spc="-35">
                <a:solidFill>
                  <a:srgbClr val="333F6F"/>
                </a:solidFill>
                <a:latin typeface="Lucida Sans Unicode"/>
                <a:cs typeface="Lucida Sans Unicode"/>
              </a:rPr>
              <a:t>Доступен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на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любой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333F6F"/>
                </a:solidFill>
                <a:latin typeface="Lucida Sans Unicode"/>
                <a:cs typeface="Lucida Sans Unicode"/>
              </a:rPr>
              <a:t>платформе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33F6F"/>
                </a:solidFill>
                <a:latin typeface="Lucida Sans Unicode"/>
                <a:cs typeface="Lucida Sans Unicode"/>
              </a:rPr>
              <a:t>и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33F6F"/>
                </a:solidFill>
                <a:latin typeface="Lucida Sans Unicode"/>
                <a:cs typeface="Lucida Sans Unicode"/>
              </a:rPr>
              <a:t>устройстве</a:t>
            </a:r>
            <a:r>
              <a:rPr dirty="0" sz="1350" spc="-60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333F6F"/>
                </a:solidFill>
                <a:latin typeface="Lucida Sans Unicode"/>
                <a:cs typeface="Lucida Sans Unicode"/>
              </a:rPr>
              <a:t>с </a:t>
            </a:r>
            <a:r>
              <a:rPr dirty="0" sz="1350" spc="-30">
                <a:solidFill>
                  <a:srgbClr val="333F6F"/>
                </a:solidFill>
                <a:latin typeface="Lucida Sans Unicode"/>
                <a:cs typeface="Lucida Sans Unicode"/>
              </a:rPr>
              <a:t>выходом</a:t>
            </a:r>
            <a:r>
              <a:rPr dirty="0" sz="1350" spc="-6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55">
                <a:solidFill>
                  <a:srgbClr val="333F6F"/>
                </a:solidFill>
                <a:latin typeface="Lucida Sans Unicode"/>
                <a:cs typeface="Lucida Sans Unicode"/>
              </a:rPr>
              <a:t>в</a:t>
            </a:r>
            <a:r>
              <a:rPr dirty="0" sz="1350" spc="-65">
                <a:solidFill>
                  <a:srgbClr val="33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33F6F"/>
                </a:solidFill>
                <a:latin typeface="Lucida Sans Unicode"/>
                <a:cs typeface="Lucida Sans Unicode"/>
              </a:rPr>
              <a:t>интернет.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2" name="object 2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20"/>
              <a:t>Как</a:t>
            </a:r>
            <a:r>
              <a:rPr dirty="0" spc="-300"/>
              <a:t> </a:t>
            </a:r>
            <a:r>
              <a:rPr dirty="0" spc="340"/>
              <a:t>использовать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144" y="3179371"/>
            <a:ext cx="179214" cy="11832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00074" y="340042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7374" y="3506787"/>
            <a:ext cx="251396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 b="1">
                <a:solidFill>
                  <a:srgbClr val="333F6F"/>
                </a:solidFill>
                <a:latin typeface="Verdana"/>
                <a:cs typeface="Verdana"/>
              </a:rPr>
              <a:t>Выберите</a:t>
            </a:r>
            <a:r>
              <a:rPr dirty="0" sz="1650" spc="-12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00" b="1">
                <a:solidFill>
                  <a:srgbClr val="333F6F"/>
                </a:solidFill>
                <a:latin typeface="Verdana"/>
                <a:cs typeface="Verdana"/>
              </a:rPr>
              <a:t>валюту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7322" y="3148976"/>
            <a:ext cx="151154" cy="17904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067174" y="340042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54475" y="3506787"/>
            <a:ext cx="217741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 b="1">
                <a:solidFill>
                  <a:srgbClr val="333F6F"/>
                </a:solidFill>
                <a:latin typeface="Verdana"/>
                <a:cs typeface="Verdana"/>
              </a:rPr>
              <a:t>Введите</a:t>
            </a:r>
            <a:r>
              <a:rPr dirty="0" sz="1650" spc="-12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65" b="1">
                <a:solidFill>
                  <a:srgbClr val="333F6F"/>
                </a:solidFill>
                <a:latin typeface="Verdana"/>
                <a:cs typeface="Verdana"/>
              </a:rPr>
              <a:t>сумму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3000" y="3148977"/>
            <a:ext cx="113999" cy="179043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7534274" y="3400424"/>
            <a:ext cx="3295650" cy="19050"/>
          </a:xfrm>
          <a:custGeom>
            <a:avLst/>
            <a:gdLst/>
            <a:ahLst/>
            <a:cxnLst/>
            <a:rect l="l" t="t" r="r" b="b"/>
            <a:pathLst>
              <a:path w="3295650" h="19050">
                <a:moveTo>
                  <a:pt x="3295649" y="19049"/>
                </a:moveTo>
                <a:lnTo>
                  <a:pt x="0" y="19049"/>
                </a:lnTo>
                <a:lnTo>
                  <a:pt x="0" y="0"/>
                </a:lnTo>
                <a:lnTo>
                  <a:pt x="3295649" y="0"/>
                </a:lnTo>
                <a:lnTo>
                  <a:pt x="3295649" y="19049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521575" y="3506787"/>
            <a:ext cx="2831465" cy="54927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5"/>
              </a:spcBef>
            </a:pPr>
            <a:r>
              <a:rPr dirty="0" sz="1650" spc="180" b="1">
                <a:solidFill>
                  <a:srgbClr val="333F6F"/>
                </a:solidFill>
                <a:latin typeface="Verdana"/>
                <a:cs typeface="Verdana"/>
              </a:rPr>
              <a:t>Получите</a:t>
            </a:r>
            <a:r>
              <a:rPr dirty="0" sz="1650" spc="-14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65" b="1">
                <a:solidFill>
                  <a:srgbClr val="333F6F"/>
                </a:solidFill>
                <a:latin typeface="Verdana"/>
                <a:cs typeface="Verdana"/>
              </a:rPr>
              <a:t>результат </a:t>
            </a:r>
            <a:r>
              <a:rPr dirty="0" sz="1650" spc="155" b="1">
                <a:solidFill>
                  <a:srgbClr val="333F6F"/>
                </a:solidFill>
                <a:latin typeface="Verdana"/>
                <a:cs typeface="Verdana"/>
              </a:rPr>
              <a:t>мгновенно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12" name="object 12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11" y="1311590"/>
            <a:ext cx="143147" cy="14278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95746" y="1288414"/>
            <a:ext cx="71374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>
                <a:solidFill>
                  <a:srgbClr val="333F6F"/>
                </a:solidFill>
                <a:latin typeface="Lucida Sans Unicode"/>
                <a:cs typeface="Lucida Sans Unicode"/>
              </a:rPr>
              <a:t>ФУНКЦИИ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4" y="1606550"/>
            <a:ext cx="55537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Основные</a:t>
            </a:r>
            <a:r>
              <a:rPr dirty="0" spc="-300"/>
              <a:t> </a:t>
            </a:r>
            <a:r>
              <a:rPr dirty="0" spc="425"/>
              <a:t>функции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00074" y="2409824"/>
            <a:ext cx="5029200" cy="1314450"/>
            <a:chOff x="600074" y="2409824"/>
            <a:chExt cx="5029200" cy="1314450"/>
          </a:xfrm>
        </p:grpSpPr>
        <p:sp>
          <p:nvSpPr>
            <p:cNvPr id="6" name="object 6" descr=""/>
            <p:cNvSpPr/>
            <p:nvPr/>
          </p:nvSpPr>
          <p:spPr>
            <a:xfrm>
              <a:off x="604837" y="2414587"/>
              <a:ext cx="5019675" cy="1304925"/>
            </a:xfrm>
            <a:custGeom>
              <a:avLst/>
              <a:gdLst/>
              <a:ahLst/>
              <a:cxnLst/>
              <a:rect l="l" t="t" r="r" b="b"/>
              <a:pathLst>
                <a:path w="5019675" h="1304925">
                  <a:moveTo>
                    <a:pt x="0" y="12496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6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1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7" y="1061"/>
                  </a:lnTo>
                  <a:lnTo>
                    <a:pt x="4978764" y="1769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2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9674" y="55244"/>
                  </a:lnTo>
                  <a:lnTo>
                    <a:pt x="5019674" y="1249679"/>
                  </a:lnTo>
                  <a:lnTo>
                    <a:pt x="5019674" y="1253307"/>
                  </a:lnTo>
                  <a:lnTo>
                    <a:pt x="5019320" y="1256899"/>
                  </a:lnTo>
                  <a:lnTo>
                    <a:pt x="5018612" y="1260457"/>
                  </a:lnTo>
                  <a:lnTo>
                    <a:pt x="5017904" y="1264015"/>
                  </a:lnTo>
                  <a:lnTo>
                    <a:pt x="5016856" y="1267469"/>
                  </a:lnTo>
                  <a:lnTo>
                    <a:pt x="5015468" y="1270820"/>
                  </a:lnTo>
                  <a:lnTo>
                    <a:pt x="5014080" y="1274172"/>
                  </a:lnTo>
                  <a:lnTo>
                    <a:pt x="5003493" y="1288743"/>
                  </a:lnTo>
                  <a:lnTo>
                    <a:pt x="5000928" y="1291308"/>
                  </a:lnTo>
                  <a:lnTo>
                    <a:pt x="4998137" y="1293599"/>
                  </a:lnTo>
                  <a:lnTo>
                    <a:pt x="4995121" y="1295614"/>
                  </a:lnTo>
                  <a:lnTo>
                    <a:pt x="4992105" y="1297629"/>
                  </a:lnTo>
                  <a:lnTo>
                    <a:pt x="4988921" y="1299331"/>
                  </a:lnTo>
                  <a:lnTo>
                    <a:pt x="4985570" y="1300719"/>
                  </a:lnTo>
                  <a:lnTo>
                    <a:pt x="4982218" y="1302107"/>
                  </a:lnTo>
                  <a:lnTo>
                    <a:pt x="4978764" y="1303155"/>
                  </a:lnTo>
                  <a:lnTo>
                    <a:pt x="4975206" y="1303863"/>
                  </a:lnTo>
                  <a:lnTo>
                    <a:pt x="4971649" y="1304570"/>
                  </a:lnTo>
                  <a:lnTo>
                    <a:pt x="4968056" y="1304924"/>
                  </a:lnTo>
                  <a:lnTo>
                    <a:pt x="4964429" y="1304924"/>
                  </a:lnTo>
                  <a:lnTo>
                    <a:pt x="55245" y="1304924"/>
                  </a:lnTo>
                  <a:lnTo>
                    <a:pt x="24552" y="1295614"/>
                  </a:lnTo>
                  <a:lnTo>
                    <a:pt x="21536" y="1293598"/>
                  </a:lnTo>
                  <a:lnTo>
                    <a:pt x="18745" y="1291308"/>
                  </a:lnTo>
                  <a:lnTo>
                    <a:pt x="16180" y="1288743"/>
                  </a:lnTo>
                  <a:lnTo>
                    <a:pt x="13615" y="1286178"/>
                  </a:lnTo>
                  <a:lnTo>
                    <a:pt x="4205" y="1270820"/>
                  </a:lnTo>
                  <a:lnTo>
                    <a:pt x="2817" y="1267469"/>
                  </a:lnTo>
                  <a:lnTo>
                    <a:pt x="1769" y="1264015"/>
                  </a:lnTo>
                  <a:lnTo>
                    <a:pt x="1061" y="1260457"/>
                  </a:lnTo>
                  <a:lnTo>
                    <a:pt x="353" y="1256899"/>
                  </a:lnTo>
                  <a:lnTo>
                    <a:pt x="0" y="1253307"/>
                  </a:lnTo>
                  <a:lnTo>
                    <a:pt x="0" y="1249679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81049" y="25908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8"/>
                  </a:lnTo>
                  <a:lnTo>
                    <a:pt x="69368" y="433068"/>
                  </a:lnTo>
                  <a:lnTo>
                    <a:pt x="38662" y="393049"/>
                  </a:lnTo>
                  <a:lnTo>
                    <a:pt x="16352" y="347809"/>
                  </a:lnTo>
                  <a:lnTo>
                    <a:pt x="3298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1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2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6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620" y="2769576"/>
              <a:ext cx="241909" cy="159714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768349" y="3259137"/>
            <a:ext cx="463740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 b="1">
                <a:solidFill>
                  <a:srgbClr val="333F6F"/>
                </a:solidFill>
                <a:latin typeface="Verdana"/>
                <a:cs typeface="Verdana"/>
              </a:rPr>
              <a:t>Конвертация</a:t>
            </a:r>
            <a:r>
              <a:rPr dirty="0" sz="1650" spc="-13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54" b="1">
                <a:solidFill>
                  <a:srgbClr val="333F6F"/>
                </a:solidFill>
                <a:latin typeface="Verdana"/>
                <a:cs typeface="Verdana"/>
              </a:rPr>
              <a:t>между</a:t>
            </a:r>
            <a:r>
              <a:rPr dirty="0" sz="1650" spc="-18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70" b="1">
                <a:solidFill>
                  <a:srgbClr val="333F6F"/>
                </a:solidFill>
                <a:latin typeface="Verdana"/>
                <a:cs typeface="Verdana"/>
              </a:rPr>
              <a:t>4</a:t>
            </a:r>
            <a:r>
              <a:rPr dirty="0" sz="1650" spc="-13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20" b="1">
                <a:solidFill>
                  <a:srgbClr val="333F6F"/>
                </a:solidFill>
                <a:latin typeface="Verdana"/>
                <a:cs typeface="Verdana"/>
              </a:rPr>
              <a:t>валютами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800723" y="2409824"/>
            <a:ext cx="5029200" cy="1314450"/>
            <a:chOff x="5800723" y="2409824"/>
            <a:chExt cx="5029200" cy="1314450"/>
          </a:xfrm>
        </p:grpSpPr>
        <p:sp>
          <p:nvSpPr>
            <p:cNvPr id="11" name="object 11" descr=""/>
            <p:cNvSpPr/>
            <p:nvPr/>
          </p:nvSpPr>
          <p:spPr>
            <a:xfrm>
              <a:off x="5805486" y="2414587"/>
              <a:ext cx="5019675" cy="1304925"/>
            </a:xfrm>
            <a:custGeom>
              <a:avLst/>
              <a:gdLst/>
              <a:ahLst/>
              <a:cxnLst/>
              <a:rect l="l" t="t" r="r" b="b"/>
              <a:pathLst>
                <a:path w="5019675" h="1304925">
                  <a:moveTo>
                    <a:pt x="0" y="12496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6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1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7"/>
                  </a:lnTo>
                  <a:lnTo>
                    <a:pt x="4985570" y="4205"/>
                  </a:lnTo>
                  <a:lnTo>
                    <a:pt x="4988922" y="5593"/>
                  </a:lnTo>
                  <a:lnTo>
                    <a:pt x="4992105" y="7295"/>
                  </a:lnTo>
                  <a:lnTo>
                    <a:pt x="4995120" y="9310"/>
                  </a:lnTo>
                  <a:lnTo>
                    <a:pt x="4998138" y="11325"/>
                  </a:lnTo>
                  <a:lnTo>
                    <a:pt x="5010362" y="24552"/>
                  </a:lnTo>
                  <a:lnTo>
                    <a:pt x="5012377" y="27568"/>
                  </a:lnTo>
                  <a:lnTo>
                    <a:pt x="5019675" y="55244"/>
                  </a:lnTo>
                  <a:lnTo>
                    <a:pt x="5019675" y="1249679"/>
                  </a:lnTo>
                  <a:lnTo>
                    <a:pt x="5019674" y="1253307"/>
                  </a:lnTo>
                  <a:lnTo>
                    <a:pt x="5019320" y="1256899"/>
                  </a:lnTo>
                  <a:lnTo>
                    <a:pt x="5018612" y="1260457"/>
                  </a:lnTo>
                  <a:lnTo>
                    <a:pt x="5017904" y="1264015"/>
                  </a:lnTo>
                  <a:lnTo>
                    <a:pt x="5010362" y="1280372"/>
                  </a:lnTo>
                  <a:lnTo>
                    <a:pt x="5008347" y="1283388"/>
                  </a:lnTo>
                  <a:lnTo>
                    <a:pt x="4995120" y="1295614"/>
                  </a:lnTo>
                  <a:lnTo>
                    <a:pt x="4992105" y="1297629"/>
                  </a:lnTo>
                  <a:lnTo>
                    <a:pt x="4988922" y="1299331"/>
                  </a:lnTo>
                  <a:lnTo>
                    <a:pt x="4985570" y="1300719"/>
                  </a:lnTo>
                  <a:lnTo>
                    <a:pt x="4982219" y="1302107"/>
                  </a:lnTo>
                  <a:lnTo>
                    <a:pt x="4978764" y="1303155"/>
                  </a:lnTo>
                  <a:lnTo>
                    <a:pt x="4975206" y="1303863"/>
                  </a:lnTo>
                  <a:lnTo>
                    <a:pt x="4971649" y="1304570"/>
                  </a:lnTo>
                  <a:lnTo>
                    <a:pt x="4968056" y="1304924"/>
                  </a:lnTo>
                  <a:lnTo>
                    <a:pt x="4964429" y="1304924"/>
                  </a:lnTo>
                  <a:lnTo>
                    <a:pt x="55245" y="1304924"/>
                  </a:lnTo>
                  <a:lnTo>
                    <a:pt x="51617" y="1304924"/>
                  </a:lnTo>
                  <a:lnTo>
                    <a:pt x="48024" y="1304570"/>
                  </a:lnTo>
                  <a:lnTo>
                    <a:pt x="44467" y="1303863"/>
                  </a:lnTo>
                  <a:lnTo>
                    <a:pt x="40909" y="1303155"/>
                  </a:lnTo>
                  <a:lnTo>
                    <a:pt x="37454" y="1302107"/>
                  </a:lnTo>
                  <a:lnTo>
                    <a:pt x="34103" y="1300719"/>
                  </a:lnTo>
                  <a:lnTo>
                    <a:pt x="30751" y="1299331"/>
                  </a:lnTo>
                  <a:lnTo>
                    <a:pt x="16180" y="1288743"/>
                  </a:lnTo>
                  <a:lnTo>
                    <a:pt x="13615" y="1286178"/>
                  </a:lnTo>
                  <a:lnTo>
                    <a:pt x="11325" y="1283388"/>
                  </a:lnTo>
                  <a:lnTo>
                    <a:pt x="9309" y="1280372"/>
                  </a:lnTo>
                  <a:lnTo>
                    <a:pt x="7294" y="1277356"/>
                  </a:lnTo>
                  <a:lnTo>
                    <a:pt x="5592" y="1274172"/>
                  </a:lnTo>
                  <a:lnTo>
                    <a:pt x="4205" y="1270820"/>
                  </a:lnTo>
                  <a:lnTo>
                    <a:pt x="2816" y="1267469"/>
                  </a:lnTo>
                  <a:lnTo>
                    <a:pt x="1769" y="1264015"/>
                  </a:lnTo>
                  <a:lnTo>
                    <a:pt x="1061" y="1260457"/>
                  </a:lnTo>
                  <a:lnTo>
                    <a:pt x="354" y="1256899"/>
                  </a:lnTo>
                  <a:lnTo>
                    <a:pt x="0" y="1253307"/>
                  </a:lnTo>
                  <a:lnTo>
                    <a:pt x="0" y="1249679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81699" y="25908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5" y="491549"/>
                  </a:lnTo>
                  <a:lnTo>
                    <a:pt x="107291" y="466328"/>
                  </a:lnTo>
                  <a:lnTo>
                    <a:pt x="69367" y="433068"/>
                  </a:lnTo>
                  <a:lnTo>
                    <a:pt x="38661" y="393049"/>
                  </a:lnTo>
                  <a:lnTo>
                    <a:pt x="16352" y="347809"/>
                  </a:lnTo>
                  <a:lnTo>
                    <a:pt x="3297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19" y="107292"/>
                  </a:lnTo>
                  <a:lnTo>
                    <a:pt x="81279" y="69368"/>
                  </a:lnTo>
                  <a:lnTo>
                    <a:pt x="121298" y="38661"/>
                  </a:lnTo>
                  <a:lnTo>
                    <a:pt x="166538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2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50" y="475687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6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3131" y="2728526"/>
              <a:ext cx="174192" cy="241703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5968999" y="3259137"/>
            <a:ext cx="378396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 b="1">
                <a:solidFill>
                  <a:srgbClr val="333F6F"/>
                </a:solidFill>
                <a:latin typeface="Verdana"/>
                <a:cs typeface="Verdana"/>
              </a:rPr>
              <a:t>Актуальные</a:t>
            </a:r>
            <a:r>
              <a:rPr dirty="0" sz="1650" spc="-13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95" b="1">
                <a:solidFill>
                  <a:srgbClr val="333F6F"/>
                </a:solidFill>
                <a:latin typeface="Verdana"/>
                <a:cs typeface="Verdana"/>
              </a:rPr>
              <a:t>курсы</a:t>
            </a:r>
            <a:r>
              <a:rPr dirty="0" sz="1650" spc="-13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04" b="1">
                <a:solidFill>
                  <a:srgbClr val="333F6F"/>
                </a:solidFill>
                <a:latin typeface="Verdana"/>
                <a:cs typeface="Verdana"/>
              </a:rPr>
              <a:t>обмена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00074" y="3895724"/>
            <a:ext cx="5029200" cy="1314450"/>
            <a:chOff x="600074" y="3895724"/>
            <a:chExt cx="5029200" cy="1314450"/>
          </a:xfrm>
        </p:grpSpPr>
        <p:sp>
          <p:nvSpPr>
            <p:cNvPr id="16" name="object 16" descr=""/>
            <p:cNvSpPr/>
            <p:nvPr/>
          </p:nvSpPr>
          <p:spPr>
            <a:xfrm>
              <a:off x="604837" y="3900487"/>
              <a:ext cx="5019675" cy="1304925"/>
            </a:xfrm>
            <a:custGeom>
              <a:avLst/>
              <a:gdLst/>
              <a:ahLst/>
              <a:cxnLst/>
              <a:rect l="l" t="t" r="r" b="b"/>
              <a:pathLst>
                <a:path w="5019675" h="1304925">
                  <a:moveTo>
                    <a:pt x="0" y="12496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8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1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5006058" y="18745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2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7904" y="40909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4" y="55244"/>
                  </a:lnTo>
                  <a:lnTo>
                    <a:pt x="5019674" y="1249679"/>
                  </a:lnTo>
                  <a:lnTo>
                    <a:pt x="5019674" y="1253307"/>
                  </a:lnTo>
                  <a:lnTo>
                    <a:pt x="5019320" y="1256899"/>
                  </a:lnTo>
                  <a:lnTo>
                    <a:pt x="5018612" y="1260457"/>
                  </a:lnTo>
                  <a:lnTo>
                    <a:pt x="5017904" y="1264014"/>
                  </a:lnTo>
                  <a:lnTo>
                    <a:pt x="5016856" y="1267469"/>
                  </a:lnTo>
                  <a:lnTo>
                    <a:pt x="5015468" y="1270819"/>
                  </a:lnTo>
                  <a:lnTo>
                    <a:pt x="5014080" y="1274171"/>
                  </a:lnTo>
                  <a:lnTo>
                    <a:pt x="4995121" y="1295613"/>
                  </a:lnTo>
                  <a:lnTo>
                    <a:pt x="4992105" y="1297628"/>
                  </a:lnTo>
                  <a:lnTo>
                    <a:pt x="4988921" y="1299330"/>
                  </a:lnTo>
                  <a:lnTo>
                    <a:pt x="4985570" y="1300718"/>
                  </a:lnTo>
                  <a:lnTo>
                    <a:pt x="4982218" y="1302107"/>
                  </a:lnTo>
                  <a:lnTo>
                    <a:pt x="4978764" y="1303155"/>
                  </a:lnTo>
                  <a:lnTo>
                    <a:pt x="4975206" y="1303862"/>
                  </a:lnTo>
                  <a:lnTo>
                    <a:pt x="4971649" y="1304570"/>
                  </a:lnTo>
                  <a:lnTo>
                    <a:pt x="4968056" y="1304924"/>
                  </a:lnTo>
                  <a:lnTo>
                    <a:pt x="4964429" y="1304924"/>
                  </a:lnTo>
                  <a:lnTo>
                    <a:pt x="55245" y="1304924"/>
                  </a:lnTo>
                  <a:lnTo>
                    <a:pt x="24552" y="1295613"/>
                  </a:lnTo>
                  <a:lnTo>
                    <a:pt x="21536" y="1293597"/>
                  </a:lnTo>
                  <a:lnTo>
                    <a:pt x="4205" y="1270820"/>
                  </a:lnTo>
                  <a:lnTo>
                    <a:pt x="2817" y="1267469"/>
                  </a:lnTo>
                  <a:lnTo>
                    <a:pt x="1769" y="1264014"/>
                  </a:lnTo>
                  <a:lnTo>
                    <a:pt x="1061" y="1260457"/>
                  </a:lnTo>
                  <a:lnTo>
                    <a:pt x="353" y="1256899"/>
                  </a:lnTo>
                  <a:lnTo>
                    <a:pt x="0" y="1253307"/>
                  </a:lnTo>
                  <a:lnTo>
                    <a:pt x="0" y="1249679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1049" y="4076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7"/>
                  </a:lnTo>
                  <a:lnTo>
                    <a:pt x="69368" y="433068"/>
                  </a:lnTo>
                  <a:lnTo>
                    <a:pt x="38662" y="393049"/>
                  </a:lnTo>
                  <a:lnTo>
                    <a:pt x="16352" y="347808"/>
                  </a:lnTo>
                  <a:lnTo>
                    <a:pt x="3298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2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8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2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5"/>
                  </a:lnTo>
                  <a:lnTo>
                    <a:pt x="433069" y="444980"/>
                  </a:lnTo>
                  <a:lnTo>
                    <a:pt x="393050" y="475686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6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799" y="4225385"/>
              <a:ext cx="241678" cy="219806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768349" y="4745037"/>
            <a:ext cx="451612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4" b="1">
                <a:solidFill>
                  <a:srgbClr val="333F6F"/>
                </a:solidFill>
                <a:latin typeface="Verdana"/>
                <a:cs typeface="Verdana"/>
              </a:rPr>
              <a:t>Простой</a:t>
            </a:r>
            <a:r>
              <a:rPr dirty="0" sz="1650" spc="-14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10" b="1">
                <a:solidFill>
                  <a:srgbClr val="333F6F"/>
                </a:solidFill>
                <a:latin typeface="Verdana"/>
                <a:cs typeface="Verdana"/>
              </a:rPr>
              <a:t>и</a:t>
            </a:r>
            <a:r>
              <a:rPr dirty="0" sz="1650" spc="-14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60" b="1">
                <a:solidFill>
                  <a:srgbClr val="333F6F"/>
                </a:solidFill>
                <a:latin typeface="Verdana"/>
                <a:cs typeface="Verdana"/>
              </a:rPr>
              <a:t>понятный</a:t>
            </a:r>
            <a:r>
              <a:rPr dirty="0" sz="1650" spc="-13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225" b="1">
                <a:solidFill>
                  <a:srgbClr val="333F6F"/>
                </a:solidFill>
                <a:latin typeface="Verdana"/>
                <a:cs typeface="Verdana"/>
              </a:rPr>
              <a:t>интерфейс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800723" y="3895724"/>
            <a:ext cx="5029200" cy="1314450"/>
            <a:chOff x="5800723" y="3895724"/>
            <a:chExt cx="5029200" cy="1314450"/>
          </a:xfrm>
        </p:grpSpPr>
        <p:sp>
          <p:nvSpPr>
            <p:cNvPr id="21" name="object 21" descr=""/>
            <p:cNvSpPr/>
            <p:nvPr/>
          </p:nvSpPr>
          <p:spPr>
            <a:xfrm>
              <a:off x="5805486" y="3900487"/>
              <a:ext cx="5019675" cy="1304925"/>
            </a:xfrm>
            <a:custGeom>
              <a:avLst/>
              <a:gdLst/>
              <a:ahLst/>
              <a:cxnLst/>
              <a:rect l="l" t="t" r="r" b="b"/>
              <a:pathLst>
                <a:path w="5019675" h="1304925">
                  <a:moveTo>
                    <a:pt x="0" y="12496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8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1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1" y="5592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7"/>
                  </a:lnTo>
                  <a:lnTo>
                    <a:pt x="4985570" y="4205"/>
                  </a:lnTo>
                  <a:lnTo>
                    <a:pt x="4988922" y="5592"/>
                  </a:lnTo>
                  <a:lnTo>
                    <a:pt x="4992105" y="7294"/>
                  </a:lnTo>
                  <a:lnTo>
                    <a:pt x="4995120" y="9309"/>
                  </a:lnTo>
                  <a:lnTo>
                    <a:pt x="4998138" y="11325"/>
                  </a:lnTo>
                  <a:lnTo>
                    <a:pt x="5010362" y="24552"/>
                  </a:lnTo>
                  <a:lnTo>
                    <a:pt x="5012377" y="27568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5" y="55244"/>
                  </a:lnTo>
                  <a:lnTo>
                    <a:pt x="5019675" y="1249679"/>
                  </a:lnTo>
                  <a:lnTo>
                    <a:pt x="5019674" y="1253307"/>
                  </a:lnTo>
                  <a:lnTo>
                    <a:pt x="5019320" y="1256899"/>
                  </a:lnTo>
                  <a:lnTo>
                    <a:pt x="5018612" y="1260457"/>
                  </a:lnTo>
                  <a:lnTo>
                    <a:pt x="5017904" y="1264014"/>
                  </a:lnTo>
                  <a:lnTo>
                    <a:pt x="5010362" y="1280371"/>
                  </a:lnTo>
                  <a:lnTo>
                    <a:pt x="5008347" y="1283387"/>
                  </a:lnTo>
                  <a:lnTo>
                    <a:pt x="4995120" y="1295613"/>
                  </a:lnTo>
                  <a:lnTo>
                    <a:pt x="4992105" y="1297628"/>
                  </a:lnTo>
                  <a:lnTo>
                    <a:pt x="4988922" y="1299330"/>
                  </a:lnTo>
                  <a:lnTo>
                    <a:pt x="4985570" y="1300718"/>
                  </a:lnTo>
                  <a:lnTo>
                    <a:pt x="4982219" y="1302107"/>
                  </a:lnTo>
                  <a:lnTo>
                    <a:pt x="4978764" y="1303155"/>
                  </a:lnTo>
                  <a:lnTo>
                    <a:pt x="4975206" y="1303862"/>
                  </a:lnTo>
                  <a:lnTo>
                    <a:pt x="4971649" y="1304570"/>
                  </a:lnTo>
                  <a:lnTo>
                    <a:pt x="4968056" y="1304924"/>
                  </a:lnTo>
                  <a:lnTo>
                    <a:pt x="4964429" y="1304924"/>
                  </a:lnTo>
                  <a:lnTo>
                    <a:pt x="55245" y="1304924"/>
                  </a:lnTo>
                  <a:lnTo>
                    <a:pt x="51617" y="1304924"/>
                  </a:lnTo>
                  <a:lnTo>
                    <a:pt x="48024" y="1304570"/>
                  </a:lnTo>
                  <a:lnTo>
                    <a:pt x="44467" y="1303862"/>
                  </a:lnTo>
                  <a:lnTo>
                    <a:pt x="40909" y="1303155"/>
                  </a:lnTo>
                  <a:lnTo>
                    <a:pt x="24552" y="1295613"/>
                  </a:lnTo>
                  <a:lnTo>
                    <a:pt x="21535" y="1293597"/>
                  </a:lnTo>
                  <a:lnTo>
                    <a:pt x="18745" y="1291307"/>
                  </a:lnTo>
                  <a:lnTo>
                    <a:pt x="16180" y="1288743"/>
                  </a:lnTo>
                  <a:lnTo>
                    <a:pt x="13615" y="1286178"/>
                  </a:lnTo>
                  <a:lnTo>
                    <a:pt x="11325" y="1283387"/>
                  </a:lnTo>
                  <a:lnTo>
                    <a:pt x="9309" y="1280371"/>
                  </a:lnTo>
                  <a:lnTo>
                    <a:pt x="7294" y="1277355"/>
                  </a:lnTo>
                  <a:lnTo>
                    <a:pt x="5592" y="1274172"/>
                  </a:lnTo>
                  <a:lnTo>
                    <a:pt x="4205" y="1270820"/>
                  </a:lnTo>
                  <a:lnTo>
                    <a:pt x="2816" y="1267469"/>
                  </a:lnTo>
                  <a:lnTo>
                    <a:pt x="1769" y="1264014"/>
                  </a:lnTo>
                  <a:lnTo>
                    <a:pt x="1061" y="1260457"/>
                  </a:lnTo>
                  <a:lnTo>
                    <a:pt x="354" y="1256899"/>
                  </a:lnTo>
                  <a:lnTo>
                    <a:pt x="0" y="1253307"/>
                  </a:lnTo>
                  <a:lnTo>
                    <a:pt x="0" y="1249679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981699" y="4076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5" y="491549"/>
                  </a:lnTo>
                  <a:lnTo>
                    <a:pt x="107291" y="466327"/>
                  </a:lnTo>
                  <a:lnTo>
                    <a:pt x="69367" y="433068"/>
                  </a:lnTo>
                  <a:lnTo>
                    <a:pt x="38661" y="393049"/>
                  </a:lnTo>
                  <a:lnTo>
                    <a:pt x="16352" y="347808"/>
                  </a:lnTo>
                  <a:lnTo>
                    <a:pt x="3297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19" y="107292"/>
                  </a:lnTo>
                  <a:lnTo>
                    <a:pt x="81279" y="69368"/>
                  </a:lnTo>
                  <a:lnTo>
                    <a:pt x="121298" y="38662"/>
                  </a:lnTo>
                  <a:lnTo>
                    <a:pt x="166538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8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2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5"/>
                  </a:lnTo>
                  <a:lnTo>
                    <a:pt x="433068" y="444980"/>
                  </a:lnTo>
                  <a:lnTo>
                    <a:pt x="393050" y="475686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6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8271" y="4214448"/>
              <a:ext cx="204032" cy="241680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968999" y="4745037"/>
            <a:ext cx="250253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 b="1">
                <a:solidFill>
                  <a:srgbClr val="333F6F"/>
                </a:solidFill>
                <a:latin typeface="Verdana"/>
                <a:cs typeface="Verdana"/>
              </a:rPr>
              <a:t>Быстрые</a:t>
            </a:r>
            <a:r>
              <a:rPr dirty="0" sz="1650" spc="-13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650" spc="185" b="1">
                <a:solidFill>
                  <a:srgbClr val="333F6F"/>
                </a:solidFill>
                <a:latin typeface="Verdana"/>
                <a:cs typeface="Verdana"/>
              </a:rPr>
              <a:t>расчёты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25" name="object 25" descr="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49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901825"/>
            <a:ext cx="48920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40">
                <a:solidFill>
                  <a:srgbClr val="323F6F"/>
                </a:solidFill>
              </a:rPr>
              <a:t>Тех=&gt;л&gt;г&lt;чеEк&lt;= </a:t>
            </a:r>
            <a:r>
              <a:rPr dirty="0" spc="155">
                <a:solidFill>
                  <a:srgbClr val="323F6F"/>
                </a:solidFill>
              </a:rPr>
              <a:t>EFек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628650" y="3362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61515" y="3263900"/>
            <a:ext cx="1661160" cy="1231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HTML5</a:t>
            </a:r>
            <a:endParaRPr sz="13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350" spc="-20">
                <a:solidFill>
                  <a:srgbClr val="323F6F"/>
                </a:solidFill>
                <a:latin typeface="Lucida Sans Unicode"/>
                <a:cs typeface="Lucida Sans Unicode"/>
              </a:rPr>
              <a:t>CSS3</a:t>
            </a:r>
            <a:endParaRPr sz="1350">
              <a:latin typeface="Lucida Sans Unicode"/>
              <a:cs typeface="Lucida Sans Unicode"/>
            </a:endParaRPr>
          </a:p>
          <a:p>
            <a:pPr marL="12700" marR="5080">
              <a:lnSpc>
                <a:spcPct val="162000"/>
              </a:lnSpc>
            </a:pP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JavaScript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 (Vanilla </a:t>
            </a:r>
            <a:r>
              <a:rPr dirty="0" sz="1350" spc="-25">
                <a:solidFill>
                  <a:srgbClr val="323F6F"/>
                </a:solidFill>
                <a:latin typeface="Lucida Sans Unicode"/>
                <a:cs typeface="Lucida Sans Unicode"/>
              </a:rPr>
              <a:t>JS) </a:t>
            </a:r>
            <a:r>
              <a:rPr dirty="0" sz="1350" spc="-85">
                <a:solidFill>
                  <a:srgbClr val="323F6F"/>
                </a:solidFill>
                <a:latin typeface="Lucida Sans Unicode"/>
                <a:cs typeface="Lucida Sans Unicode"/>
              </a:rPr>
              <a:t>5е7</a:t>
            </a:r>
            <a:r>
              <a:rPr dirty="0" sz="1350" spc="-8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7468E8моEFе9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28650" y="36957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28650" y="4029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28650" y="43624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23F6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49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1711325"/>
            <a:ext cx="5892165" cy="86550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55"/>
              </a:spcBef>
            </a:pPr>
            <a:r>
              <a:rPr dirty="0" sz="2700" spc="125">
                <a:solidFill>
                  <a:srgbClr val="323F6F"/>
                </a:solidFill>
              </a:rPr>
              <a:t>Нач=иF5</a:t>
            </a:r>
            <a:r>
              <a:rPr dirty="0" sz="2700" spc="-245">
                <a:solidFill>
                  <a:srgbClr val="323F6F"/>
                </a:solidFill>
              </a:rPr>
              <a:t> </a:t>
            </a:r>
            <a:r>
              <a:rPr dirty="0" sz="2700" spc="85">
                <a:solidFill>
                  <a:srgbClr val="323F6F"/>
                </a:solidFill>
              </a:rPr>
              <a:t>эк&gt;=&gt;&lt;иFь</a:t>
            </a:r>
            <a:r>
              <a:rPr dirty="0" sz="2700" spc="-310">
                <a:solidFill>
                  <a:srgbClr val="323F6F"/>
                </a:solidFill>
              </a:rPr>
              <a:t> </a:t>
            </a:r>
            <a:r>
              <a:rPr dirty="0" sz="2700" spc="130">
                <a:solidFill>
                  <a:srgbClr val="323F6F"/>
                </a:solidFill>
              </a:rPr>
              <a:t>6D5&lt;я </a:t>
            </a:r>
            <a:r>
              <a:rPr dirty="0" sz="2700" spc="80">
                <a:solidFill>
                  <a:srgbClr val="323F6F"/>
                </a:solidFill>
              </a:rPr>
              <a:t>Gж5</a:t>
            </a:r>
            <a:r>
              <a:rPr dirty="0" sz="2700" spc="-254">
                <a:solidFill>
                  <a:srgbClr val="323F6F"/>
                </a:solidFill>
              </a:rPr>
              <a:t> </a:t>
            </a:r>
            <a:r>
              <a:rPr dirty="0" sz="2700" spc="-10">
                <a:solidFill>
                  <a:srgbClr val="323F6F"/>
                </a:solidFill>
              </a:rPr>
              <a:t>E57&gt;4=я</a:t>
            </a:r>
            <a:endParaRPr sz="2700"/>
          </a:p>
        </p:txBody>
      </p:sp>
      <p:sp>
        <p:nvSpPr>
          <p:cNvPr id="4" name="object 4" descr=""/>
          <p:cNvSpPr txBox="1"/>
          <p:nvPr/>
        </p:nvSpPr>
        <p:spPr>
          <a:xfrm>
            <a:off x="844550" y="2974339"/>
            <a:ext cx="550735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Присоедиhяйтесь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0">
                <a:solidFill>
                  <a:srgbClr val="323F6F"/>
                </a:solidFill>
                <a:latin typeface="Lucida Sans Unicode"/>
                <a:cs typeface="Lucida Sans Unicode"/>
              </a:rPr>
              <a:t>k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тысячам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323F6F"/>
                </a:solidFill>
                <a:latin typeface="Lucida Sans Unicode"/>
                <a:cs typeface="Lucida Sans Unicode"/>
              </a:rPr>
              <a:t>поль&gt;ователей,</a:t>
            </a:r>
            <a:r>
              <a:rPr dirty="0" sz="1350" spc="-2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23F6F"/>
                </a:solidFill>
                <a:latin typeface="Lucida Sans Unicode"/>
                <a:cs typeface="Lucida Sans Unicode"/>
              </a:rPr>
              <a:t>kоторые</a:t>
            </a:r>
            <a:r>
              <a:rPr dirty="0" sz="1350" spc="-3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ешедhевhо доверяют</a:t>
            </a:r>
            <a:r>
              <a:rPr dirty="0" sz="1350" spc="-4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hашему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323F6F"/>
                </a:solidFill>
                <a:latin typeface="Lucida Sans Unicode"/>
                <a:cs typeface="Lucida Sans Unicode"/>
              </a:rPr>
              <a:t>kоhвертеру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валют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 для </a:t>
            </a:r>
            <a:r>
              <a:rPr dirty="0" sz="1350">
                <a:solidFill>
                  <a:srgbClr val="323F6F"/>
                </a:solidFill>
                <a:latin typeface="Lucida Sans Unicode"/>
                <a:cs typeface="Lucida Sans Unicode"/>
              </a:rPr>
              <a:t>приhятия</a:t>
            </a:r>
            <a:r>
              <a:rPr dirty="0" sz="1350" spc="-40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вашhых </a:t>
            </a:r>
            <a:r>
              <a:rPr dirty="0" sz="1350" spc="-25">
                <a:solidFill>
                  <a:srgbClr val="323F6F"/>
                </a:solidFill>
                <a:latin typeface="Lucida Sans Unicode"/>
                <a:cs typeface="Lucida Sans Unicode"/>
              </a:rPr>
              <a:t>фиhаhсовых</a:t>
            </a:r>
            <a:r>
              <a:rPr dirty="0" sz="1350" spc="-45">
                <a:solidFill>
                  <a:srgbClr val="323F6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323F6F"/>
                </a:solidFill>
                <a:latin typeface="Lucida Sans Unicode"/>
                <a:cs typeface="Lucida Sans Unicode"/>
              </a:rPr>
              <a:t>решеhий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00075" y="2838449"/>
            <a:ext cx="19050" cy="1209675"/>
          </a:xfrm>
          <a:custGeom>
            <a:avLst/>
            <a:gdLst/>
            <a:ahLst/>
            <a:cxnLst/>
            <a:rect l="l" t="t" r="r" b="b"/>
            <a:pathLst>
              <a:path w="19050" h="1209675">
                <a:moveTo>
                  <a:pt x="19050" y="0"/>
                </a:moveTo>
                <a:lnTo>
                  <a:pt x="0" y="0"/>
                </a:lnTo>
                <a:lnTo>
                  <a:pt x="0" y="1209675"/>
                </a:lnTo>
                <a:lnTo>
                  <a:pt x="19050" y="1209675"/>
                </a:lnTo>
                <a:lnTo>
                  <a:pt x="19050" y="0"/>
                </a:lnTo>
                <a:close/>
              </a:path>
            </a:pathLst>
          </a:custGeom>
          <a:solidFill>
            <a:srgbClr val="25A5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0075" y="4238625"/>
            <a:ext cx="2447925" cy="476250"/>
          </a:xfrm>
          <a:custGeom>
            <a:avLst/>
            <a:gdLst/>
            <a:ahLst/>
            <a:cxnLst/>
            <a:rect l="l" t="t" r="r" b="b"/>
            <a:pathLst>
              <a:path w="2447925" h="476250">
                <a:moveTo>
                  <a:pt x="2387854" y="0"/>
                </a:moveTo>
                <a:lnTo>
                  <a:pt x="60072" y="0"/>
                </a:lnTo>
                <a:lnTo>
                  <a:pt x="55890" y="406"/>
                </a:lnTo>
                <a:lnTo>
                  <a:pt x="15845" y="21818"/>
                </a:lnTo>
                <a:lnTo>
                  <a:pt x="0" y="60071"/>
                </a:lnTo>
                <a:lnTo>
                  <a:pt x="0" y="411962"/>
                </a:lnTo>
                <a:lnTo>
                  <a:pt x="0" y="416179"/>
                </a:lnTo>
                <a:lnTo>
                  <a:pt x="15845" y="454431"/>
                </a:lnTo>
                <a:lnTo>
                  <a:pt x="55890" y="475843"/>
                </a:lnTo>
                <a:lnTo>
                  <a:pt x="60072" y="476250"/>
                </a:lnTo>
                <a:lnTo>
                  <a:pt x="2387854" y="476250"/>
                </a:lnTo>
                <a:lnTo>
                  <a:pt x="2426106" y="460400"/>
                </a:lnTo>
                <a:lnTo>
                  <a:pt x="2447518" y="420357"/>
                </a:lnTo>
                <a:lnTo>
                  <a:pt x="2447925" y="416179"/>
                </a:lnTo>
                <a:lnTo>
                  <a:pt x="2447925" y="60071"/>
                </a:lnTo>
                <a:lnTo>
                  <a:pt x="2432075" y="21818"/>
                </a:lnTo>
                <a:lnTo>
                  <a:pt x="2392032" y="406"/>
                </a:lnTo>
                <a:lnTo>
                  <a:pt x="2387854" y="0"/>
                </a:lnTo>
                <a:close/>
              </a:path>
            </a:pathLst>
          </a:custGeom>
          <a:solidFill>
            <a:srgbClr val="25A5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58825" y="4359275"/>
            <a:ext cx="21285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FFFFFF"/>
                </a:solidFill>
                <a:latin typeface="Comic Sans MS"/>
                <a:cs typeface="Comic Sans MS"/>
                <a:hlinkClick r:id="rId3" action="ppaction://hlinksldjump"/>
              </a:rPr>
              <a:t>Попро6овать</a:t>
            </a:r>
            <a:r>
              <a:rPr dirty="0" sz="1350" spc="-25" b="1">
                <a:solidFill>
                  <a:srgbClr val="FFFFFF"/>
                </a:solidFill>
                <a:latin typeface="Comic Sans MS"/>
                <a:cs typeface="Comic Sans MS"/>
                <a:hlinkClick r:id="rId3" action="ppaction://hlinksldjump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Comic Sans MS"/>
                <a:cs typeface="Comic Sans MS"/>
                <a:hlinkClick r:id="rId3" action="ppaction://hlinksldjump"/>
              </a:rPr>
              <a:t>6есплатно</a:t>
            </a:r>
            <a:endParaRPr sz="1350">
              <a:latin typeface="Comic Sans MS"/>
              <a:cs typeface="Comic Sans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133724" y="4238625"/>
            <a:ext cx="1657350" cy="476250"/>
            <a:chOff x="3133724" y="4238625"/>
            <a:chExt cx="1657350" cy="476250"/>
          </a:xfrm>
        </p:grpSpPr>
        <p:sp>
          <p:nvSpPr>
            <p:cNvPr id="9" name="object 9" descr=""/>
            <p:cNvSpPr/>
            <p:nvPr/>
          </p:nvSpPr>
          <p:spPr>
            <a:xfrm>
              <a:off x="3133725" y="4238625"/>
              <a:ext cx="1657350" cy="476250"/>
            </a:xfrm>
            <a:custGeom>
              <a:avLst/>
              <a:gdLst/>
              <a:ahLst/>
              <a:cxnLst/>
              <a:rect l="l" t="t" r="r" b="b"/>
              <a:pathLst>
                <a:path w="1657350" h="476250">
                  <a:moveTo>
                    <a:pt x="1597279" y="0"/>
                  </a:moveTo>
                  <a:lnTo>
                    <a:pt x="60071" y="0"/>
                  </a:lnTo>
                  <a:lnTo>
                    <a:pt x="55892" y="406"/>
                  </a:lnTo>
                  <a:lnTo>
                    <a:pt x="15849" y="21818"/>
                  </a:lnTo>
                  <a:lnTo>
                    <a:pt x="0" y="60071"/>
                  </a:lnTo>
                  <a:lnTo>
                    <a:pt x="0" y="411962"/>
                  </a:lnTo>
                  <a:lnTo>
                    <a:pt x="0" y="416179"/>
                  </a:lnTo>
                  <a:lnTo>
                    <a:pt x="15849" y="454431"/>
                  </a:lnTo>
                  <a:lnTo>
                    <a:pt x="55892" y="475843"/>
                  </a:lnTo>
                  <a:lnTo>
                    <a:pt x="60071" y="476250"/>
                  </a:lnTo>
                  <a:lnTo>
                    <a:pt x="1597279" y="476250"/>
                  </a:lnTo>
                  <a:lnTo>
                    <a:pt x="1635531" y="460400"/>
                  </a:lnTo>
                  <a:lnTo>
                    <a:pt x="1656943" y="420357"/>
                  </a:lnTo>
                  <a:lnTo>
                    <a:pt x="1657350" y="416179"/>
                  </a:lnTo>
                  <a:lnTo>
                    <a:pt x="1657350" y="60071"/>
                  </a:lnTo>
                  <a:lnTo>
                    <a:pt x="1641500" y="21818"/>
                  </a:lnTo>
                  <a:lnTo>
                    <a:pt x="1601457" y="406"/>
                  </a:lnTo>
                  <a:lnTo>
                    <a:pt x="1597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33724" y="4238625"/>
              <a:ext cx="1657350" cy="476250"/>
            </a:xfrm>
            <a:custGeom>
              <a:avLst/>
              <a:gdLst/>
              <a:ahLst/>
              <a:cxnLst/>
              <a:rect l="l" t="t" r="r" b="b"/>
              <a:pathLst>
                <a:path w="1657350" h="476250">
                  <a:moveTo>
                    <a:pt x="1601584" y="0"/>
                  </a:moveTo>
                  <a:lnTo>
                    <a:pt x="55765" y="0"/>
                  </a:lnTo>
                  <a:lnTo>
                    <a:pt x="47561" y="1625"/>
                  </a:lnTo>
                  <a:lnTo>
                    <a:pt x="12801" y="24853"/>
                  </a:lnTo>
                  <a:lnTo>
                    <a:pt x="0" y="55765"/>
                  </a:lnTo>
                  <a:lnTo>
                    <a:pt x="0" y="420484"/>
                  </a:lnTo>
                  <a:lnTo>
                    <a:pt x="24853" y="463448"/>
                  </a:lnTo>
                  <a:lnTo>
                    <a:pt x="55765" y="476249"/>
                  </a:lnTo>
                  <a:lnTo>
                    <a:pt x="1601584" y="476249"/>
                  </a:lnTo>
                  <a:lnTo>
                    <a:pt x="1609788" y="474624"/>
                  </a:lnTo>
                  <a:lnTo>
                    <a:pt x="1625536" y="468083"/>
                  </a:lnTo>
                  <a:lnTo>
                    <a:pt x="1629368" y="465531"/>
                  </a:lnTo>
                  <a:lnTo>
                    <a:pt x="60782" y="465531"/>
                  </a:lnTo>
                  <a:lnTo>
                    <a:pt x="57289" y="465188"/>
                  </a:lnTo>
                  <a:lnTo>
                    <a:pt x="21704" y="444639"/>
                  </a:lnTo>
                  <a:lnTo>
                    <a:pt x="10718" y="415480"/>
                  </a:lnTo>
                  <a:lnTo>
                    <a:pt x="10718" y="60782"/>
                  </a:lnTo>
                  <a:lnTo>
                    <a:pt x="28892" y="23914"/>
                  </a:lnTo>
                  <a:lnTo>
                    <a:pt x="60782" y="10718"/>
                  </a:lnTo>
                  <a:lnTo>
                    <a:pt x="1629377" y="10718"/>
                  </a:lnTo>
                  <a:lnTo>
                    <a:pt x="1625536" y="8153"/>
                  </a:lnTo>
                  <a:lnTo>
                    <a:pt x="1609788" y="1625"/>
                  </a:lnTo>
                  <a:lnTo>
                    <a:pt x="1601584" y="0"/>
                  </a:lnTo>
                  <a:close/>
                </a:path>
                <a:path w="1657350" h="476250">
                  <a:moveTo>
                    <a:pt x="1629377" y="10718"/>
                  </a:moveTo>
                  <a:lnTo>
                    <a:pt x="1596567" y="10718"/>
                  </a:lnTo>
                  <a:lnTo>
                    <a:pt x="1600060" y="11061"/>
                  </a:lnTo>
                  <a:lnTo>
                    <a:pt x="1606956" y="12433"/>
                  </a:lnTo>
                  <a:lnTo>
                    <a:pt x="1639557" y="37452"/>
                  </a:lnTo>
                  <a:lnTo>
                    <a:pt x="1646631" y="60782"/>
                  </a:lnTo>
                  <a:lnTo>
                    <a:pt x="1646631" y="415480"/>
                  </a:lnTo>
                  <a:lnTo>
                    <a:pt x="1628457" y="452323"/>
                  </a:lnTo>
                  <a:lnTo>
                    <a:pt x="1596567" y="465531"/>
                  </a:lnTo>
                  <a:lnTo>
                    <a:pt x="1629368" y="465531"/>
                  </a:lnTo>
                  <a:lnTo>
                    <a:pt x="1655711" y="428675"/>
                  </a:lnTo>
                  <a:lnTo>
                    <a:pt x="1657349" y="420484"/>
                  </a:lnTo>
                  <a:lnTo>
                    <a:pt x="1657349" y="55765"/>
                  </a:lnTo>
                  <a:lnTo>
                    <a:pt x="1655711" y="47561"/>
                  </a:lnTo>
                  <a:lnTo>
                    <a:pt x="1649196" y="31813"/>
                  </a:lnTo>
                  <a:lnTo>
                    <a:pt x="1644548" y="24853"/>
                  </a:lnTo>
                  <a:lnTo>
                    <a:pt x="1632496" y="12801"/>
                  </a:lnTo>
                  <a:lnTo>
                    <a:pt x="1629377" y="10718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290684" y="4359275"/>
            <a:ext cx="13449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b="1">
                <a:solidFill>
                  <a:srgbClr val="25A587"/>
                </a:solidFill>
                <a:latin typeface="Comic Sans MS"/>
                <a:cs typeface="Comic Sans MS"/>
                <a:hlinkClick r:id="rId3" action="ppaction://hlinksldjump"/>
              </a:rPr>
              <a:t>Уз=4ть</a:t>
            </a:r>
            <a:r>
              <a:rPr dirty="0" sz="1350" spc="45" b="1">
                <a:solidFill>
                  <a:srgbClr val="25A587"/>
                </a:solidFill>
                <a:latin typeface="Comic Sans MS"/>
                <a:cs typeface="Comic Sans MS"/>
                <a:hlinkClick r:id="rId3" action="ppaction://hlinksldjump"/>
              </a:rPr>
              <a:t> </a:t>
            </a:r>
            <a:r>
              <a:rPr dirty="0" sz="1350" spc="-10" b="1">
                <a:solidFill>
                  <a:srgbClr val="25A587"/>
                </a:solidFill>
                <a:latin typeface="Comic Sans MS"/>
                <a:cs typeface="Comic Sans MS"/>
                <a:hlinkClick r:id="rId3" action="ppaction://hlinksldjump"/>
              </a:rPr>
              <a:t>5&gt;льше</a:t>
            </a:r>
            <a:endParaRPr sz="1350">
              <a:latin typeface="Comic Sans MS"/>
              <a:cs typeface="Comic Sans MS"/>
            </a:endParaRPr>
          </a:p>
        </p:txBody>
      </p:sp>
      <p:pic>
        <p:nvPicPr>
          <p:cNvPr id="12" name="object 12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2026-01-14T09:23:46Z</dcterms:created>
  <dcterms:modified xsi:type="dcterms:W3CDTF">2026-01-14T09:23:46Z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2026-01-14T00:00:00Z</vt:filetime>
  </property>
  <property fmtid="{D5CDD505-2E9C-101B-9397-08002B2CF9AE}" pid="5" name="Producer">
    <vt:lpwstr>pdf-lib (https://github.com/Hopding/pdf-lib)</vt:lpwstr>
  </property>
</Properties>
</file>